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10"/>
    <p:sldId id="264" r:id="rId11"/>
    <p:sldId id="265" r:id="rId12"/>
    <p:sldId id="266" r:id="rId13"/>
    <p:sldId id="267" r:id="rId14"/>
    <p:sldId id="274" r:id="rId15"/>
    <p:sldId id="275" r:id="rId16"/>
    <p:sldId id="276" r:id="rId17"/>
    <p:sldId id="271" r:id="rId18"/>
    <p:sldId id="272" r:id="rId19"/>
    <p:sldId id="273" r:id="rId20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iTSOvQcEdB4Zd1e64KAOQXL4mG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8795CF0A-7E53-1F53-7EBE-67C22D64E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>
            <a:extLst>
              <a:ext uri="{FF2B5EF4-FFF2-40B4-BE49-F238E27FC236}">
                <a16:creationId xmlns:a16="http://schemas.microsoft.com/office/drawing/2014/main" id="{42078DCA-3382-5696-BFC3-3A3B3FE406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p8:notes">
            <a:extLst>
              <a:ext uri="{FF2B5EF4-FFF2-40B4-BE49-F238E27FC236}">
                <a16:creationId xmlns:a16="http://schemas.microsoft.com/office/drawing/2014/main" id="{74FA3B54-EE50-022B-4509-2BC8100970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177716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0" name="Google Shape;1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0" name="Google Shape;1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913A1C90-A608-9D32-68A6-19A32A838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>
            <a:extLst>
              <a:ext uri="{FF2B5EF4-FFF2-40B4-BE49-F238E27FC236}">
                <a16:creationId xmlns:a16="http://schemas.microsoft.com/office/drawing/2014/main" id="{B6DB14D8-3355-ACFC-544B-00FAB3425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0" name="Google Shape;190;p12:notes">
            <a:extLst>
              <a:ext uri="{FF2B5EF4-FFF2-40B4-BE49-F238E27FC236}">
                <a16:creationId xmlns:a16="http://schemas.microsoft.com/office/drawing/2014/main" id="{75699878-95E6-3458-CBF5-A35364AC26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25776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09047D47-A473-43DA-6546-0B12A1886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>
            <a:extLst>
              <a:ext uri="{FF2B5EF4-FFF2-40B4-BE49-F238E27FC236}">
                <a16:creationId xmlns:a16="http://schemas.microsoft.com/office/drawing/2014/main" id="{E7359BD0-6DB4-BA1F-7369-83C47C6C91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0" name="Google Shape;190;p12:notes">
            <a:extLst>
              <a:ext uri="{FF2B5EF4-FFF2-40B4-BE49-F238E27FC236}">
                <a16:creationId xmlns:a16="http://schemas.microsoft.com/office/drawing/2014/main" id="{C3781FCA-559A-4A00-9543-9D0CD8A487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342808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E3DEEBD8-51BD-E138-A342-AA166507F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>
            <a:extLst>
              <a:ext uri="{FF2B5EF4-FFF2-40B4-BE49-F238E27FC236}">
                <a16:creationId xmlns:a16="http://schemas.microsoft.com/office/drawing/2014/main" id="{F537B8C6-2F98-1F20-0754-E747B203E8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0" name="Google Shape;190;p12:notes">
            <a:extLst>
              <a:ext uri="{FF2B5EF4-FFF2-40B4-BE49-F238E27FC236}">
                <a16:creationId xmlns:a16="http://schemas.microsoft.com/office/drawing/2014/main" id="{5CFCF10F-352F-6D12-6170-E531EEB24C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670331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0" name="Google Shape;23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0" name="Google Shape;24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9" name="Google Shape;24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4bUXT_-_4VYIA-TYhbz577fmFLKUaINK/view?usp=sharing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zul132/Online-Learning-Platform-MERN-NM" TargetMode="Externa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LICET_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075" y="1029425"/>
            <a:ext cx="1751575" cy="16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3295750" y="688038"/>
            <a:ext cx="12071400" cy="23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LOYOLA – ICAM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OF </a:t>
            </a:r>
            <a:endParaRPr sz="2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 AND TECHNOLOGY (LICET)</a:t>
            </a:r>
            <a:endParaRPr sz="2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(AUTONOMOUS)</a:t>
            </a:r>
            <a:endParaRPr sz="2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LOYOLA CAMPUS, NUNGAMBAKKAM , CHENNAI – 34</a:t>
            </a:r>
            <a:endParaRPr sz="21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ENGINEERING</a:t>
            </a:r>
            <a:endParaRPr sz="2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918788" y="3045750"/>
            <a:ext cx="8450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MERN Stack Powered by MongoDB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5045538" y="3692250"/>
            <a:ext cx="8196900" cy="8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ts val="2850"/>
              </a:lnSpc>
              <a:spcBef>
                <a:spcPts val="1500"/>
              </a:spcBef>
              <a:spcAft>
                <a:spcPts val="750"/>
              </a:spcAft>
            </a:pPr>
            <a:r>
              <a:rPr lang="en-US" sz="3600" b="1" i="0" dirty="0">
                <a:solidFill>
                  <a:srgbClr val="2D2828"/>
                </a:solidFill>
                <a:effectLst/>
                <a:latin typeface="Open Sans" panose="020B0606030504020204" pitchFamily="34" charset="0"/>
              </a:rPr>
              <a:t>Online Learning Platform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01D0B6-D7E7-79B6-5D04-14DE9A75A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075" y="4802113"/>
            <a:ext cx="6876551" cy="44554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0E0ED3-6BA4-FB1F-550B-116B7C153CF5}"/>
              </a:ext>
            </a:extLst>
          </p:cNvPr>
          <p:cNvSpPr txBox="1"/>
          <p:nvPr/>
        </p:nvSpPr>
        <p:spPr>
          <a:xfrm>
            <a:off x="9306232" y="5143500"/>
            <a:ext cx="81969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No: 9802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Details: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Fathima Zulaikha – 311121104022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Diana Jose – 311121104016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Tony Infant P – 311121104061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Mohanaselvan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K - 311121104039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/>
          <p:cNvGrpSpPr/>
          <p:nvPr/>
        </p:nvGrpSpPr>
        <p:grpSpPr>
          <a:xfrm rot="-5400000">
            <a:off x="8077987" y="-8154201"/>
            <a:ext cx="2112264" cy="18268238"/>
            <a:chOff x="-2" y="0"/>
            <a:chExt cx="556313" cy="4890178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556311" cy="4890178"/>
            </a:xfrm>
            <a:custGeom>
              <a:avLst/>
              <a:gdLst/>
              <a:ahLst/>
              <a:cxnLst/>
              <a:rect l="l" t="t" r="r" b="b"/>
              <a:pathLst>
                <a:path w="556311" h="4890178" extrusionOk="0">
                  <a:moveTo>
                    <a:pt x="0" y="0"/>
                  </a:moveTo>
                  <a:lnTo>
                    <a:pt x="556311" y="0"/>
                  </a:lnTo>
                  <a:lnTo>
                    <a:pt x="556311" y="4890178"/>
                  </a:lnTo>
                  <a:lnTo>
                    <a:pt x="0" y="4890178"/>
                  </a:lnTo>
                  <a:close/>
                </a:path>
              </a:pathLst>
            </a:cu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95" name="Google Shape;95;p2"/>
            <p:cNvSpPr txBox="1"/>
            <p:nvPr/>
          </p:nvSpPr>
          <p:spPr>
            <a:xfrm>
              <a:off x="-2" y="1225"/>
              <a:ext cx="556200" cy="4822500"/>
            </a:xfrm>
            <a:prstGeom prst="rect">
              <a:avLst/>
            </a:pr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2"/>
          <p:cNvSpPr txBox="1"/>
          <p:nvPr/>
        </p:nvSpPr>
        <p:spPr>
          <a:xfrm>
            <a:off x="5999971" y="650875"/>
            <a:ext cx="62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732900" y="2763100"/>
            <a:ext cx="9720600" cy="707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online learning platform (OLP) is a digital platform that provides a variety of tools and resources to facilitate learning and education over the internet. </a:t>
            </a:r>
          </a:p>
          <a:p>
            <a:pPr marL="25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platforms have become increasingly popular, especially in recent years, as they offer flexibility and accessibility for learners of all ages and backgrounds</a:t>
            </a:r>
          </a:p>
          <a:p>
            <a:pPr marL="25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Focused on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security, scalability, and responsive design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system enhances user satisfaction and simplifies online learning.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Top 11 Online Learning Platforms for Individuals &amp; Businesses | LearnWorlds  Blog">
            <a:extLst>
              <a:ext uri="{FF2B5EF4-FFF2-40B4-BE49-F238E27FC236}">
                <a16:creationId xmlns:a16="http://schemas.microsoft.com/office/drawing/2014/main" id="{052CA6C7-CDAB-5F91-CE72-40D5A8AA2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813" y="4078580"/>
            <a:ext cx="7101600" cy="444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3"/>
          <p:cNvGrpSpPr/>
          <p:nvPr/>
        </p:nvGrpSpPr>
        <p:grpSpPr>
          <a:xfrm rot="-5400000">
            <a:off x="8105432" y="-8100787"/>
            <a:ext cx="2112257" cy="18313818"/>
            <a:chOff x="0" y="-47625"/>
            <a:chExt cx="556311" cy="4937803"/>
          </a:xfrm>
        </p:grpSpPr>
        <p:sp>
          <p:nvSpPr>
            <p:cNvPr id="104" name="Google Shape;104;p3"/>
            <p:cNvSpPr/>
            <p:nvPr/>
          </p:nvSpPr>
          <p:spPr>
            <a:xfrm>
              <a:off x="0" y="0"/>
              <a:ext cx="556311" cy="4890178"/>
            </a:xfrm>
            <a:custGeom>
              <a:avLst/>
              <a:gdLst/>
              <a:ahLst/>
              <a:cxnLst/>
              <a:rect l="l" t="t" r="r" b="b"/>
              <a:pathLst>
                <a:path w="556311" h="4890178" extrusionOk="0">
                  <a:moveTo>
                    <a:pt x="0" y="0"/>
                  </a:moveTo>
                  <a:lnTo>
                    <a:pt x="556311" y="0"/>
                  </a:lnTo>
                  <a:lnTo>
                    <a:pt x="556311" y="4890178"/>
                  </a:lnTo>
                  <a:lnTo>
                    <a:pt x="0" y="4890178"/>
                  </a:lnTo>
                  <a:close/>
                </a:path>
              </a:pathLst>
            </a:cu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105" name="Google Shape;105;p3"/>
            <p:cNvSpPr txBox="1"/>
            <p:nvPr/>
          </p:nvSpPr>
          <p:spPr>
            <a:xfrm>
              <a:off x="0" y="-47625"/>
              <a:ext cx="556311" cy="4937803"/>
            </a:xfrm>
            <a:prstGeom prst="rect">
              <a:avLst/>
            </a:pr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3"/>
          <p:cNvSpPr txBox="1"/>
          <p:nvPr/>
        </p:nvSpPr>
        <p:spPr>
          <a:xfrm>
            <a:off x="5384939" y="727075"/>
            <a:ext cx="62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860775" y="2951225"/>
            <a:ext cx="10141522" cy="6365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87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AutoNum type="arabicPeriod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Enhanced Learning Experience: 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Learners can browse courses, enroll, and access materials effortlessly through an intuitive and responsive interface.</a:t>
            </a:r>
          </a:p>
          <a:p>
            <a:pPr marL="457200" marR="0" lvl="0" indent="-387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AutoNum type="arabicPeriod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Efficient Course Management: 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Instructors manage courses using secure CRUD functionality to create, update, or remove content, ensuring up-to-date learning resources.</a:t>
            </a:r>
          </a:p>
          <a:p>
            <a:pPr marL="457200" marR="0" lvl="0" indent="-387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AutoNum type="arabicPeriod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Secure and Scalable Architecture: 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Built using the MERN stack, the platform ensures robust data security, scalability, and performance to handle a growing number of users and courses.</a:t>
            </a:r>
          </a:p>
          <a:p>
            <a:pPr marL="457200" marR="0" lvl="0" indent="-387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AutoNum type="arabicPeriod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Flexible and Accessible Learning: 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platform supports self-paced learning with seamless accessibility across devices, enabling learners to study anytime, anywhere.</a:t>
            </a:r>
          </a:p>
          <a:p>
            <a:pPr marL="457200" marR="0" lvl="0" indent="-387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AutoNum type="arabicPeriod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Efficient Admin Management: 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Admins have secured and streamlined tools to manage courses, monitor instructor activities, and oversee student progress, ensuring smooth platform operations.</a:t>
            </a:r>
            <a:endParaRPr sz="240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5E497F-8862-FF1A-D0FA-219DDE84B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2939" y="3537438"/>
            <a:ext cx="5493273" cy="49625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4"/>
          <p:cNvGrpSpPr/>
          <p:nvPr/>
        </p:nvGrpSpPr>
        <p:grpSpPr>
          <a:xfrm rot="-5400000">
            <a:off x="8084630" y="-8126464"/>
            <a:ext cx="2112257" cy="18365171"/>
            <a:chOff x="0" y="-47625"/>
            <a:chExt cx="556311" cy="4937803"/>
          </a:xfrm>
        </p:grpSpPr>
        <p:sp>
          <p:nvSpPr>
            <p:cNvPr id="114" name="Google Shape;114;p4"/>
            <p:cNvSpPr/>
            <p:nvPr/>
          </p:nvSpPr>
          <p:spPr>
            <a:xfrm>
              <a:off x="0" y="0"/>
              <a:ext cx="556311" cy="4890178"/>
            </a:xfrm>
            <a:custGeom>
              <a:avLst/>
              <a:gdLst/>
              <a:ahLst/>
              <a:cxnLst/>
              <a:rect l="l" t="t" r="r" b="b"/>
              <a:pathLst>
                <a:path w="556311" h="4890178" extrusionOk="0">
                  <a:moveTo>
                    <a:pt x="0" y="0"/>
                  </a:moveTo>
                  <a:lnTo>
                    <a:pt x="556311" y="0"/>
                  </a:lnTo>
                  <a:lnTo>
                    <a:pt x="556311" y="4890178"/>
                  </a:lnTo>
                  <a:lnTo>
                    <a:pt x="0" y="4890178"/>
                  </a:lnTo>
                  <a:close/>
                </a:path>
              </a:pathLst>
            </a:custGeom>
            <a:gradFill>
              <a:gsLst>
                <a:gs pos="0">
                  <a:srgbClr val="7FA4A4"/>
                </a:gs>
                <a:gs pos="50000">
                  <a:srgbClr val="305A72"/>
                </a:gs>
                <a:gs pos="100000">
                  <a:srgbClr val="1A3C5C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115" name="Google Shape;115;p4"/>
            <p:cNvSpPr txBox="1"/>
            <p:nvPr/>
          </p:nvSpPr>
          <p:spPr>
            <a:xfrm>
              <a:off x="0" y="-47625"/>
              <a:ext cx="556311" cy="4937803"/>
            </a:xfrm>
            <a:prstGeom prst="rect">
              <a:avLst/>
            </a:pr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4"/>
          <p:cNvSpPr txBox="1"/>
          <p:nvPr/>
        </p:nvSpPr>
        <p:spPr>
          <a:xfrm>
            <a:off x="5715346" y="678297"/>
            <a:ext cx="62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597800" y="2304850"/>
            <a:ext cx="6551700" cy="7792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Features:</a:t>
            </a: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00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Registration and Authentication.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00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Browsing and Search.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00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Enrollment and Progress Tracking.</a:t>
            </a:r>
          </a:p>
          <a:p>
            <a:pPr marL="457200" marR="0" lvl="0" indent="-4000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Recommendations and Top Courses.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Features:</a:t>
            </a: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0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Management (add, update, or delete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ourses).</a:t>
            </a:r>
          </a:p>
          <a:p>
            <a:pPr marL="457200" marR="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 and Student Account Management.</a:t>
            </a:r>
          </a:p>
          <a:p>
            <a:pPr marL="457200" marR="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and Approval of Course Content.</a:t>
            </a:r>
          </a:p>
          <a:p>
            <a:pPr marL="457200" marR="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Usage Monitoring.</a:t>
            </a:r>
          </a:p>
          <a:p>
            <a:pPr marL="0" marR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Application-Wide Features:</a:t>
            </a:r>
          </a:p>
          <a:p>
            <a:pPr marL="457200" marR="0" lvl="0" indent="-400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Responsive Design for Seamless Access.</a:t>
            </a:r>
          </a:p>
          <a:p>
            <a:pPr marL="457200" marR="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Management for Easy Updates.</a:t>
            </a:r>
          </a:p>
          <a:p>
            <a:pPr marL="457200" marR="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●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Authentication and Data Security.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500" y="3429000"/>
            <a:ext cx="9271426" cy="521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5"/>
          <p:cNvGrpSpPr/>
          <p:nvPr/>
        </p:nvGrpSpPr>
        <p:grpSpPr>
          <a:xfrm rot="-5400000">
            <a:off x="8096033" y="-8114613"/>
            <a:ext cx="2112257" cy="18341469"/>
            <a:chOff x="0" y="-47625"/>
            <a:chExt cx="556311" cy="4937803"/>
          </a:xfrm>
        </p:grpSpPr>
        <p:sp>
          <p:nvSpPr>
            <p:cNvPr id="124" name="Google Shape;124;p5"/>
            <p:cNvSpPr/>
            <p:nvPr/>
          </p:nvSpPr>
          <p:spPr>
            <a:xfrm>
              <a:off x="0" y="0"/>
              <a:ext cx="556311" cy="4890178"/>
            </a:xfrm>
            <a:custGeom>
              <a:avLst/>
              <a:gdLst/>
              <a:ahLst/>
              <a:cxnLst/>
              <a:rect l="l" t="t" r="r" b="b"/>
              <a:pathLst>
                <a:path w="556311" h="4890178" extrusionOk="0">
                  <a:moveTo>
                    <a:pt x="0" y="0"/>
                  </a:moveTo>
                  <a:lnTo>
                    <a:pt x="556311" y="0"/>
                  </a:lnTo>
                  <a:lnTo>
                    <a:pt x="556311" y="4890178"/>
                  </a:lnTo>
                  <a:lnTo>
                    <a:pt x="0" y="4890178"/>
                  </a:lnTo>
                  <a:close/>
                </a:path>
              </a:pathLst>
            </a:custGeom>
            <a:gradFill>
              <a:gsLst>
                <a:gs pos="0">
                  <a:srgbClr val="7FA4A4"/>
                </a:gs>
                <a:gs pos="50000">
                  <a:srgbClr val="305A72"/>
                </a:gs>
                <a:gs pos="100000">
                  <a:srgbClr val="1A3C5C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25" name="Google Shape;125;p5"/>
            <p:cNvSpPr txBox="1"/>
            <p:nvPr/>
          </p:nvSpPr>
          <p:spPr>
            <a:xfrm>
              <a:off x="0" y="-47625"/>
              <a:ext cx="556200" cy="4937700"/>
            </a:xfrm>
            <a:prstGeom prst="rect">
              <a:avLst/>
            </a:pr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5"/>
          <p:cNvSpPr txBox="1"/>
          <p:nvPr/>
        </p:nvSpPr>
        <p:spPr>
          <a:xfrm>
            <a:off x="5715346" y="678297"/>
            <a:ext cx="62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 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550175" y="2415975"/>
            <a:ext cx="14367000" cy="7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MERN Stack: 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MongoDB, Express.js, React.js, Node.js</a:t>
            </a:r>
            <a:endParaRPr sz="3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MongoDB: 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NoSQL database that stores data in flexible, JSON-like documents, enabling scalability and high performance.</a:t>
            </a:r>
            <a:endParaRPr sz="3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Express.js: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lightweight, fast, and flexible Node.js web application framework for building APIs and web applications.</a:t>
            </a:r>
            <a:endParaRPr sz="3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React.js: 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JavaScript library for building dynamic, interactive user interfaces efficiently with reusable components.</a:t>
            </a:r>
            <a:endParaRPr sz="3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Node.js: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JavaScript runtime for building fast, scalable server-side and networking applications.</a:t>
            </a:r>
            <a:endParaRPr sz="3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6"/>
          <p:cNvGrpSpPr/>
          <p:nvPr/>
        </p:nvGrpSpPr>
        <p:grpSpPr>
          <a:xfrm rot="-5400000">
            <a:off x="8096033" y="-8114613"/>
            <a:ext cx="2112257" cy="18341469"/>
            <a:chOff x="0" y="-47625"/>
            <a:chExt cx="556311" cy="4937803"/>
          </a:xfrm>
        </p:grpSpPr>
        <p:sp>
          <p:nvSpPr>
            <p:cNvPr id="133" name="Google Shape;133;p6"/>
            <p:cNvSpPr/>
            <p:nvPr/>
          </p:nvSpPr>
          <p:spPr>
            <a:xfrm>
              <a:off x="0" y="0"/>
              <a:ext cx="556311" cy="4890178"/>
            </a:xfrm>
            <a:custGeom>
              <a:avLst/>
              <a:gdLst/>
              <a:ahLst/>
              <a:cxnLst/>
              <a:rect l="l" t="t" r="r" b="b"/>
              <a:pathLst>
                <a:path w="556311" h="4890178" extrusionOk="0">
                  <a:moveTo>
                    <a:pt x="0" y="0"/>
                  </a:moveTo>
                  <a:lnTo>
                    <a:pt x="556311" y="0"/>
                  </a:lnTo>
                  <a:lnTo>
                    <a:pt x="556311" y="4890178"/>
                  </a:lnTo>
                  <a:lnTo>
                    <a:pt x="0" y="4890178"/>
                  </a:lnTo>
                  <a:close/>
                </a:path>
              </a:pathLst>
            </a:cu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134" name="Google Shape;134;p6"/>
            <p:cNvSpPr txBox="1"/>
            <p:nvPr/>
          </p:nvSpPr>
          <p:spPr>
            <a:xfrm>
              <a:off x="0" y="-47625"/>
              <a:ext cx="556200" cy="4937700"/>
            </a:xfrm>
            <a:prstGeom prst="rect">
              <a:avLst/>
            </a:pr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6"/>
          <p:cNvSpPr txBox="1"/>
          <p:nvPr/>
        </p:nvSpPr>
        <p:spPr>
          <a:xfrm>
            <a:off x="5715346" y="678297"/>
            <a:ext cx="62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6185326" y="9144512"/>
            <a:ext cx="59175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MONGODB ATLAS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3A11A5-C2FB-E357-3FF8-7C1939A95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884" y="2397888"/>
            <a:ext cx="13878232" cy="67466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7"/>
          <p:cNvGrpSpPr/>
          <p:nvPr/>
        </p:nvGrpSpPr>
        <p:grpSpPr>
          <a:xfrm rot="-5400000">
            <a:off x="8107654" y="-8103009"/>
            <a:ext cx="2112257" cy="18318262"/>
            <a:chOff x="0" y="-47625"/>
            <a:chExt cx="556311" cy="4937803"/>
          </a:xfrm>
        </p:grpSpPr>
        <p:sp>
          <p:nvSpPr>
            <p:cNvPr id="143" name="Google Shape;143;p7"/>
            <p:cNvSpPr/>
            <p:nvPr/>
          </p:nvSpPr>
          <p:spPr>
            <a:xfrm>
              <a:off x="0" y="0"/>
              <a:ext cx="556311" cy="4890178"/>
            </a:xfrm>
            <a:custGeom>
              <a:avLst/>
              <a:gdLst/>
              <a:ahLst/>
              <a:cxnLst/>
              <a:rect l="l" t="t" r="r" b="b"/>
              <a:pathLst>
                <a:path w="556311" h="4890178" extrusionOk="0">
                  <a:moveTo>
                    <a:pt x="0" y="0"/>
                  </a:moveTo>
                  <a:lnTo>
                    <a:pt x="556311" y="0"/>
                  </a:lnTo>
                  <a:lnTo>
                    <a:pt x="556311" y="4890178"/>
                  </a:lnTo>
                  <a:lnTo>
                    <a:pt x="0" y="4890178"/>
                  </a:lnTo>
                  <a:close/>
                </a:path>
              </a:pathLst>
            </a:cu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144" name="Google Shape;144;p7"/>
            <p:cNvSpPr txBox="1"/>
            <p:nvPr/>
          </p:nvSpPr>
          <p:spPr>
            <a:xfrm>
              <a:off x="0" y="-47625"/>
              <a:ext cx="556200" cy="4937700"/>
            </a:xfrm>
            <a:prstGeom prst="rect">
              <a:avLst/>
            </a:pr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7"/>
          <p:cNvSpPr txBox="1"/>
          <p:nvPr/>
        </p:nvSpPr>
        <p:spPr>
          <a:xfrm>
            <a:off x="5715346" y="678297"/>
            <a:ext cx="62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5685675" y="9498496"/>
            <a:ext cx="6916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 CODE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A68FBF-19B4-04F5-B200-55B7C6382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438" y="2405989"/>
            <a:ext cx="13726973" cy="70925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8"/>
          <p:cNvGrpSpPr/>
          <p:nvPr/>
        </p:nvGrpSpPr>
        <p:grpSpPr>
          <a:xfrm rot="-5400000">
            <a:off x="8107654" y="-8103009"/>
            <a:ext cx="2112257" cy="18318262"/>
            <a:chOff x="0" y="-47625"/>
            <a:chExt cx="556311" cy="4937803"/>
          </a:xfrm>
        </p:grpSpPr>
        <p:sp>
          <p:nvSpPr>
            <p:cNvPr id="153" name="Google Shape;153;p8"/>
            <p:cNvSpPr/>
            <p:nvPr/>
          </p:nvSpPr>
          <p:spPr>
            <a:xfrm>
              <a:off x="0" y="0"/>
              <a:ext cx="556311" cy="4890178"/>
            </a:xfrm>
            <a:custGeom>
              <a:avLst/>
              <a:gdLst/>
              <a:ahLst/>
              <a:cxnLst/>
              <a:rect l="l" t="t" r="r" b="b"/>
              <a:pathLst>
                <a:path w="556311" h="4890178" extrusionOk="0">
                  <a:moveTo>
                    <a:pt x="0" y="0"/>
                  </a:moveTo>
                  <a:lnTo>
                    <a:pt x="556311" y="0"/>
                  </a:lnTo>
                  <a:lnTo>
                    <a:pt x="556311" y="4890178"/>
                  </a:lnTo>
                  <a:lnTo>
                    <a:pt x="0" y="4890178"/>
                  </a:lnTo>
                  <a:close/>
                </a:path>
              </a:pathLst>
            </a:cu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154" name="Google Shape;154;p8"/>
            <p:cNvSpPr txBox="1"/>
            <p:nvPr/>
          </p:nvSpPr>
          <p:spPr>
            <a:xfrm>
              <a:off x="0" y="-47625"/>
              <a:ext cx="556200" cy="4937700"/>
            </a:xfrm>
            <a:prstGeom prst="rect">
              <a:avLst/>
            </a:pr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8"/>
          <p:cNvSpPr txBox="1"/>
          <p:nvPr/>
        </p:nvSpPr>
        <p:spPr>
          <a:xfrm>
            <a:off x="5715346" y="678297"/>
            <a:ext cx="62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5125997" y="9549895"/>
            <a:ext cx="7466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 Page</a:t>
            </a: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E2255D-A1CF-3F43-2EA8-3D0F76854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434" y="2479223"/>
            <a:ext cx="14977375" cy="7129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91A5740F-3651-9ECB-77AD-0954F18AF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8">
            <a:extLst>
              <a:ext uri="{FF2B5EF4-FFF2-40B4-BE49-F238E27FC236}">
                <a16:creationId xmlns:a16="http://schemas.microsoft.com/office/drawing/2014/main" id="{C34706E1-1B14-8EBF-35C7-41E0010A3BFC}"/>
              </a:ext>
            </a:extLst>
          </p:cNvPr>
          <p:cNvGrpSpPr/>
          <p:nvPr/>
        </p:nvGrpSpPr>
        <p:grpSpPr>
          <a:xfrm rot="-5400000">
            <a:off x="8107654" y="-8103009"/>
            <a:ext cx="2112257" cy="18318262"/>
            <a:chOff x="0" y="-47625"/>
            <a:chExt cx="556311" cy="4937803"/>
          </a:xfrm>
        </p:grpSpPr>
        <p:sp>
          <p:nvSpPr>
            <p:cNvPr id="153" name="Google Shape;153;p8">
              <a:extLst>
                <a:ext uri="{FF2B5EF4-FFF2-40B4-BE49-F238E27FC236}">
                  <a16:creationId xmlns:a16="http://schemas.microsoft.com/office/drawing/2014/main" id="{68B43BF1-5454-6D1B-6786-9B07C6E74E7D}"/>
                </a:ext>
              </a:extLst>
            </p:cNvPr>
            <p:cNvSpPr/>
            <p:nvPr/>
          </p:nvSpPr>
          <p:spPr>
            <a:xfrm>
              <a:off x="0" y="0"/>
              <a:ext cx="556311" cy="4890178"/>
            </a:xfrm>
            <a:custGeom>
              <a:avLst/>
              <a:gdLst/>
              <a:ahLst/>
              <a:cxnLst/>
              <a:rect l="l" t="t" r="r" b="b"/>
              <a:pathLst>
                <a:path w="556311" h="4890178" extrusionOk="0">
                  <a:moveTo>
                    <a:pt x="0" y="0"/>
                  </a:moveTo>
                  <a:lnTo>
                    <a:pt x="556311" y="0"/>
                  </a:lnTo>
                  <a:lnTo>
                    <a:pt x="556311" y="4890178"/>
                  </a:lnTo>
                  <a:lnTo>
                    <a:pt x="0" y="4890178"/>
                  </a:lnTo>
                  <a:close/>
                </a:path>
              </a:pathLst>
            </a:cu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154" name="Google Shape;154;p8">
              <a:extLst>
                <a:ext uri="{FF2B5EF4-FFF2-40B4-BE49-F238E27FC236}">
                  <a16:creationId xmlns:a16="http://schemas.microsoft.com/office/drawing/2014/main" id="{E7F666A8-4010-1504-E163-764E93F18F9C}"/>
                </a:ext>
              </a:extLst>
            </p:cNvPr>
            <p:cNvSpPr txBox="1"/>
            <p:nvPr/>
          </p:nvSpPr>
          <p:spPr>
            <a:xfrm>
              <a:off x="0" y="-47625"/>
              <a:ext cx="556200" cy="4937700"/>
            </a:xfrm>
            <a:prstGeom prst="rect">
              <a:avLst/>
            </a:pr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8">
            <a:extLst>
              <a:ext uri="{FF2B5EF4-FFF2-40B4-BE49-F238E27FC236}">
                <a16:creationId xmlns:a16="http://schemas.microsoft.com/office/drawing/2014/main" id="{E6F9C97D-CC43-E25D-2F24-C1DA18F4A8D1}"/>
              </a:ext>
            </a:extLst>
          </p:cNvPr>
          <p:cNvSpPr txBox="1"/>
          <p:nvPr/>
        </p:nvSpPr>
        <p:spPr>
          <a:xfrm>
            <a:off x="5715346" y="678297"/>
            <a:ext cx="62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C087A6C-A34A-E4F8-6C61-E63AEB601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122" y="2674503"/>
            <a:ext cx="15240000" cy="693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856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9"/>
          <p:cNvGrpSpPr/>
          <p:nvPr/>
        </p:nvGrpSpPr>
        <p:grpSpPr>
          <a:xfrm rot="-5400000">
            <a:off x="8107654" y="-8103009"/>
            <a:ext cx="2112257" cy="18318262"/>
            <a:chOff x="0" y="-47625"/>
            <a:chExt cx="556311" cy="4937803"/>
          </a:xfrm>
        </p:grpSpPr>
        <p:sp>
          <p:nvSpPr>
            <p:cNvPr id="163" name="Google Shape;163;p9"/>
            <p:cNvSpPr/>
            <p:nvPr/>
          </p:nvSpPr>
          <p:spPr>
            <a:xfrm>
              <a:off x="0" y="0"/>
              <a:ext cx="556311" cy="4890178"/>
            </a:xfrm>
            <a:custGeom>
              <a:avLst/>
              <a:gdLst/>
              <a:ahLst/>
              <a:cxnLst/>
              <a:rect l="l" t="t" r="r" b="b"/>
              <a:pathLst>
                <a:path w="556311" h="4890178" extrusionOk="0">
                  <a:moveTo>
                    <a:pt x="0" y="0"/>
                  </a:moveTo>
                  <a:lnTo>
                    <a:pt x="556311" y="0"/>
                  </a:lnTo>
                  <a:lnTo>
                    <a:pt x="556311" y="4890178"/>
                  </a:lnTo>
                  <a:lnTo>
                    <a:pt x="0" y="4890178"/>
                  </a:lnTo>
                  <a:close/>
                </a:path>
              </a:pathLst>
            </a:cu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164" name="Google Shape;164;p9"/>
            <p:cNvSpPr txBox="1"/>
            <p:nvPr/>
          </p:nvSpPr>
          <p:spPr>
            <a:xfrm>
              <a:off x="0" y="-47625"/>
              <a:ext cx="556200" cy="4937700"/>
            </a:xfrm>
            <a:prstGeom prst="rect">
              <a:avLst/>
            </a:pr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9"/>
          <p:cNvSpPr txBox="1"/>
          <p:nvPr/>
        </p:nvSpPr>
        <p:spPr>
          <a:xfrm>
            <a:off x="5715346" y="678297"/>
            <a:ext cx="62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5975550" y="9608703"/>
            <a:ext cx="6336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Login Page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2F81D4-AEC6-DC75-80B8-FE71AA289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786" y="2400697"/>
            <a:ext cx="15225722" cy="72080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10"/>
          <p:cNvGrpSpPr/>
          <p:nvPr/>
        </p:nvGrpSpPr>
        <p:grpSpPr>
          <a:xfrm rot="-5400000">
            <a:off x="8107654" y="-8103009"/>
            <a:ext cx="2112257" cy="18318262"/>
            <a:chOff x="0" y="-47625"/>
            <a:chExt cx="556311" cy="4937803"/>
          </a:xfrm>
        </p:grpSpPr>
        <p:sp>
          <p:nvSpPr>
            <p:cNvPr id="173" name="Google Shape;173;p10"/>
            <p:cNvSpPr/>
            <p:nvPr/>
          </p:nvSpPr>
          <p:spPr>
            <a:xfrm>
              <a:off x="0" y="0"/>
              <a:ext cx="556311" cy="4890178"/>
            </a:xfrm>
            <a:custGeom>
              <a:avLst/>
              <a:gdLst/>
              <a:ahLst/>
              <a:cxnLst/>
              <a:rect l="l" t="t" r="r" b="b"/>
              <a:pathLst>
                <a:path w="556311" h="4890178" extrusionOk="0">
                  <a:moveTo>
                    <a:pt x="0" y="0"/>
                  </a:moveTo>
                  <a:lnTo>
                    <a:pt x="556311" y="0"/>
                  </a:lnTo>
                  <a:lnTo>
                    <a:pt x="556311" y="4890178"/>
                  </a:lnTo>
                  <a:lnTo>
                    <a:pt x="0" y="4890178"/>
                  </a:lnTo>
                  <a:close/>
                </a:path>
              </a:pathLst>
            </a:cu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174" name="Google Shape;174;p10"/>
            <p:cNvSpPr txBox="1"/>
            <p:nvPr/>
          </p:nvSpPr>
          <p:spPr>
            <a:xfrm>
              <a:off x="0" y="-47625"/>
              <a:ext cx="556200" cy="4937700"/>
            </a:xfrm>
            <a:prstGeom prst="rect">
              <a:avLst/>
            </a:pr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10"/>
          <p:cNvSpPr txBox="1"/>
          <p:nvPr/>
        </p:nvSpPr>
        <p:spPr>
          <a:xfrm>
            <a:off x="5715346" y="678297"/>
            <a:ext cx="62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6094546" y="9608703"/>
            <a:ext cx="55296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Page (Student)</a:t>
            </a:r>
            <a:endParaRPr sz="2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2572F2-374A-127F-8687-977875E02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718" y="2404508"/>
            <a:ext cx="15226507" cy="72041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11"/>
          <p:cNvGrpSpPr/>
          <p:nvPr/>
        </p:nvGrpSpPr>
        <p:grpSpPr>
          <a:xfrm rot="-5400000">
            <a:off x="8107654" y="-8103009"/>
            <a:ext cx="2112257" cy="18318262"/>
            <a:chOff x="0" y="-47625"/>
            <a:chExt cx="556311" cy="4937803"/>
          </a:xfrm>
        </p:grpSpPr>
        <p:sp>
          <p:nvSpPr>
            <p:cNvPr id="183" name="Google Shape;183;p11"/>
            <p:cNvSpPr/>
            <p:nvPr/>
          </p:nvSpPr>
          <p:spPr>
            <a:xfrm>
              <a:off x="0" y="0"/>
              <a:ext cx="556311" cy="4890178"/>
            </a:xfrm>
            <a:custGeom>
              <a:avLst/>
              <a:gdLst/>
              <a:ahLst/>
              <a:cxnLst/>
              <a:rect l="l" t="t" r="r" b="b"/>
              <a:pathLst>
                <a:path w="556311" h="4890178" extrusionOk="0">
                  <a:moveTo>
                    <a:pt x="0" y="0"/>
                  </a:moveTo>
                  <a:lnTo>
                    <a:pt x="556311" y="0"/>
                  </a:lnTo>
                  <a:lnTo>
                    <a:pt x="556311" y="4890178"/>
                  </a:lnTo>
                  <a:lnTo>
                    <a:pt x="0" y="4890178"/>
                  </a:lnTo>
                  <a:close/>
                </a:path>
              </a:pathLst>
            </a:cu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184" name="Google Shape;184;p11"/>
            <p:cNvSpPr txBox="1"/>
            <p:nvPr/>
          </p:nvSpPr>
          <p:spPr>
            <a:xfrm>
              <a:off x="0" y="-47625"/>
              <a:ext cx="556200" cy="4937700"/>
            </a:xfrm>
            <a:prstGeom prst="rect">
              <a:avLst/>
            </a:pr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11"/>
          <p:cNvSpPr txBox="1"/>
          <p:nvPr/>
        </p:nvSpPr>
        <p:spPr>
          <a:xfrm>
            <a:off x="5715346" y="678297"/>
            <a:ext cx="62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6047596" y="9660451"/>
            <a:ext cx="56235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Page (Teacher)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3E591B-31EA-9BDF-5370-DB55E312D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833" y="2430382"/>
            <a:ext cx="15124334" cy="71783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12"/>
          <p:cNvGrpSpPr/>
          <p:nvPr/>
        </p:nvGrpSpPr>
        <p:grpSpPr>
          <a:xfrm rot="-5400000">
            <a:off x="8096033" y="-8114613"/>
            <a:ext cx="2112257" cy="18341469"/>
            <a:chOff x="0" y="-47625"/>
            <a:chExt cx="556311" cy="4937803"/>
          </a:xfrm>
        </p:grpSpPr>
        <p:sp>
          <p:nvSpPr>
            <p:cNvPr id="193" name="Google Shape;193;p12"/>
            <p:cNvSpPr/>
            <p:nvPr/>
          </p:nvSpPr>
          <p:spPr>
            <a:xfrm>
              <a:off x="0" y="0"/>
              <a:ext cx="556311" cy="4890178"/>
            </a:xfrm>
            <a:custGeom>
              <a:avLst/>
              <a:gdLst/>
              <a:ahLst/>
              <a:cxnLst/>
              <a:rect l="l" t="t" r="r" b="b"/>
              <a:pathLst>
                <a:path w="556311" h="4890178" extrusionOk="0">
                  <a:moveTo>
                    <a:pt x="0" y="0"/>
                  </a:moveTo>
                  <a:lnTo>
                    <a:pt x="556311" y="0"/>
                  </a:lnTo>
                  <a:lnTo>
                    <a:pt x="556311" y="4890178"/>
                  </a:lnTo>
                  <a:lnTo>
                    <a:pt x="0" y="4890178"/>
                  </a:lnTo>
                  <a:close/>
                </a:path>
              </a:pathLst>
            </a:cu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194" name="Google Shape;194;p12"/>
            <p:cNvSpPr txBox="1"/>
            <p:nvPr/>
          </p:nvSpPr>
          <p:spPr>
            <a:xfrm>
              <a:off x="0" y="-47625"/>
              <a:ext cx="556200" cy="4937700"/>
            </a:xfrm>
            <a:prstGeom prst="rect">
              <a:avLst/>
            </a:pr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12"/>
          <p:cNvSpPr txBox="1"/>
          <p:nvPr/>
        </p:nvSpPr>
        <p:spPr>
          <a:xfrm>
            <a:off x="5715346" y="678297"/>
            <a:ext cx="62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5935979" y="9291209"/>
            <a:ext cx="6270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 Dashboard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D48C0F6-F5C7-846D-D5FC-5A9BBFE8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967" y="2439384"/>
            <a:ext cx="14109291" cy="685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D0404D37-D87D-C352-7EC1-C7CBA6F6C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12">
            <a:extLst>
              <a:ext uri="{FF2B5EF4-FFF2-40B4-BE49-F238E27FC236}">
                <a16:creationId xmlns:a16="http://schemas.microsoft.com/office/drawing/2014/main" id="{9517E74A-F2A1-FA08-AAAD-99AFC15AA7E0}"/>
              </a:ext>
            </a:extLst>
          </p:cNvPr>
          <p:cNvGrpSpPr/>
          <p:nvPr/>
        </p:nvGrpSpPr>
        <p:grpSpPr>
          <a:xfrm rot="-5400000">
            <a:off x="8096033" y="-8114613"/>
            <a:ext cx="2112257" cy="18341469"/>
            <a:chOff x="0" y="-47625"/>
            <a:chExt cx="556311" cy="4937803"/>
          </a:xfrm>
        </p:grpSpPr>
        <p:sp>
          <p:nvSpPr>
            <p:cNvPr id="193" name="Google Shape;193;p12">
              <a:extLst>
                <a:ext uri="{FF2B5EF4-FFF2-40B4-BE49-F238E27FC236}">
                  <a16:creationId xmlns:a16="http://schemas.microsoft.com/office/drawing/2014/main" id="{E06AEE75-12D0-AE22-5AD6-B9674E93C26E}"/>
                </a:ext>
              </a:extLst>
            </p:cNvPr>
            <p:cNvSpPr/>
            <p:nvPr/>
          </p:nvSpPr>
          <p:spPr>
            <a:xfrm>
              <a:off x="0" y="0"/>
              <a:ext cx="556311" cy="4890178"/>
            </a:xfrm>
            <a:custGeom>
              <a:avLst/>
              <a:gdLst/>
              <a:ahLst/>
              <a:cxnLst/>
              <a:rect l="l" t="t" r="r" b="b"/>
              <a:pathLst>
                <a:path w="556311" h="4890178" extrusionOk="0">
                  <a:moveTo>
                    <a:pt x="0" y="0"/>
                  </a:moveTo>
                  <a:lnTo>
                    <a:pt x="556311" y="0"/>
                  </a:lnTo>
                  <a:lnTo>
                    <a:pt x="556311" y="4890178"/>
                  </a:lnTo>
                  <a:lnTo>
                    <a:pt x="0" y="4890178"/>
                  </a:lnTo>
                  <a:close/>
                </a:path>
              </a:pathLst>
            </a:cu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194" name="Google Shape;194;p12">
              <a:extLst>
                <a:ext uri="{FF2B5EF4-FFF2-40B4-BE49-F238E27FC236}">
                  <a16:creationId xmlns:a16="http://schemas.microsoft.com/office/drawing/2014/main" id="{3C1A4AFA-FBFA-254A-48DC-37DA40CB0181}"/>
                </a:ext>
              </a:extLst>
            </p:cNvPr>
            <p:cNvSpPr txBox="1"/>
            <p:nvPr/>
          </p:nvSpPr>
          <p:spPr>
            <a:xfrm>
              <a:off x="0" y="-47625"/>
              <a:ext cx="556200" cy="4937700"/>
            </a:xfrm>
            <a:prstGeom prst="rect">
              <a:avLst/>
            </a:pr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12">
            <a:extLst>
              <a:ext uri="{FF2B5EF4-FFF2-40B4-BE49-F238E27FC236}">
                <a16:creationId xmlns:a16="http://schemas.microsoft.com/office/drawing/2014/main" id="{495E35D4-3639-539B-3E14-025701477E81}"/>
              </a:ext>
            </a:extLst>
          </p:cNvPr>
          <p:cNvSpPr txBox="1"/>
          <p:nvPr/>
        </p:nvSpPr>
        <p:spPr>
          <a:xfrm>
            <a:off x="5715346" y="678297"/>
            <a:ext cx="62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>
            <a:extLst>
              <a:ext uri="{FF2B5EF4-FFF2-40B4-BE49-F238E27FC236}">
                <a16:creationId xmlns:a16="http://schemas.microsoft.com/office/drawing/2014/main" id="{3AD0144D-C165-BFD7-98BF-E583F5E42F60}"/>
              </a:ext>
            </a:extLst>
          </p:cNvPr>
          <p:cNvSpPr txBox="1"/>
          <p:nvPr/>
        </p:nvSpPr>
        <p:spPr>
          <a:xfrm>
            <a:off x="5935979" y="9291209"/>
            <a:ext cx="62703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 Dashboard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EAB2AB4-1363-9116-F1F3-8768F13CD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509" y="2473602"/>
            <a:ext cx="14056922" cy="6817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545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F33A28BB-EF32-F806-43A5-E9EAC60C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12">
            <a:extLst>
              <a:ext uri="{FF2B5EF4-FFF2-40B4-BE49-F238E27FC236}">
                <a16:creationId xmlns:a16="http://schemas.microsoft.com/office/drawing/2014/main" id="{93F2757F-38BA-95BC-4C93-58AFF9ADD6F4}"/>
              </a:ext>
            </a:extLst>
          </p:cNvPr>
          <p:cNvGrpSpPr/>
          <p:nvPr/>
        </p:nvGrpSpPr>
        <p:grpSpPr>
          <a:xfrm rot="-5400000">
            <a:off x="8096033" y="-8114613"/>
            <a:ext cx="2112257" cy="18341469"/>
            <a:chOff x="0" y="-47625"/>
            <a:chExt cx="556311" cy="4937803"/>
          </a:xfrm>
        </p:grpSpPr>
        <p:sp>
          <p:nvSpPr>
            <p:cNvPr id="193" name="Google Shape;193;p12">
              <a:extLst>
                <a:ext uri="{FF2B5EF4-FFF2-40B4-BE49-F238E27FC236}">
                  <a16:creationId xmlns:a16="http://schemas.microsoft.com/office/drawing/2014/main" id="{B289E7B0-4B87-61E9-E8C7-DC5053CC0C2E}"/>
                </a:ext>
              </a:extLst>
            </p:cNvPr>
            <p:cNvSpPr/>
            <p:nvPr/>
          </p:nvSpPr>
          <p:spPr>
            <a:xfrm>
              <a:off x="0" y="0"/>
              <a:ext cx="556311" cy="4890178"/>
            </a:xfrm>
            <a:custGeom>
              <a:avLst/>
              <a:gdLst/>
              <a:ahLst/>
              <a:cxnLst/>
              <a:rect l="l" t="t" r="r" b="b"/>
              <a:pathLst>
                <a:path w="556311" h="4890178" extrusionOk="0">
                  <a:moveTo>
                    <a:pt x="0" y="0"/>
                  </a:moveTo>
                  <a:lnTo>
                    <a:pt x="556311" y="0"/>
                  </a:lnTo>
                  <a:lnTo>
                    <a:pt x="556311" y="4890178"/>
                  </a:lnTo>
                  <a:lnTo>
                    <a:pt x="0" y="4890178"/>
                  </a:lnTo>
                  <a:close/>
                </a:path>
              </a:pathLst>
            </a:cu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194" name="Google Shape;194;p12">
              <a:extLst>
                <a:ext uri="{FF2B5EF4-FFF2-40B4-BE49-F238E27FC236}">
                  <a16:creationId xmlns:a16="http://schemas.microsoft.com/office/drawing/2014/main" id="{316DFBA5-1097-663A-E6AD-D3CB93A08131}"/>
                </a:ext>
              </a:extLst>
            </p:cNvPr>
            <p:cNvSpPr txBox="1"/>
            <p:nvPr/>
          </p:nvSpPr>
          <p:spPr>
            <a:xfrm>
              <a:off x="0" y="-47625"/>
              <a:ext cx="556200" cy="4937700"/>
            </a:xfrm>
            <a:prstGeom prst="rect">
              <a:avLst/>
            </a:pr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12">
            <a:extLst>
              <a:ext uri="{FF2B5EF4-FFF2-40B4-BE49-F238E27FC236}">
                <a16:creationId xmlns:a16="http://schemas.microsoft.com/office/drawing/2014/main" id="{104339F4-149E-6A1D-2EDE-F07A3D75AC34}"/>
              </a:ext>
            </a:extLst>
          </p:cNvPr>
          <p:cNvSpPr txBox="1"/>
          <p:nvPr/>
        </p:nvSpPr>
        <p:spPr>
          <a:xfrm>
            <a:off x="5715346" y="678297"/>
            <a:ext cx="62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>
            <a:extLst>
              <a:ext uri="{FF2B5EF4-FFF2-40B4-BE49-F238E27FC236}">
                <a16:creationId xmlns:a16="http://schemas.microsoft.com/office/drawing/2014/main" id="{B58CDD57-5BB5-FC48-2AFF-BAFAC137C438}"/>
              </a:ext>
            </a:extLst>
          </p:cNvPr>
          <p:cNvSpPr txBox="1"/>
          <p:nvPr/>
        </p:nvSpPr>
        <p:spPr>
          <a:xfrm>
            <a:off x="5935979" y="9291209"/>
            <a:ext cx="62703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 Dashboard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EEF1A4F-E6B1-31F7-0981-92AA9D80B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661" y="2486303"/>
            <a:ext cx="14012677" cy="680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498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A6BD83C5-DE24-B246-2E14-5D86FE3FD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12">
            <a:extLst>
              <a:ext uri="{FF2B5EF4-FFF2-40B4-BE49-F238E27FC236}">
                <a16:creationId xmlns:a16="http://schemas.microsoft.com/office/drawing/2014/main" id="{37E806E3-B339-8760-4D42-A2585D3A320F}"/>
              </a:ext>
            </a:extLst>
          </p:cNvPr>
          <p:cNvGrpSpPr/>
          <p:nvPr/>
        </p:nvGrpSpPr>
        <p:grpSpPr>
          <a:xfrm rot="-5400000">
            <a:off x="8096033" y="-8114613"/>
            <a:ext cx="2112257" cy="18341469"/>
            <a:chOff x="0" y="-47625"/>
            <a:chExt cx="556311" cy="4937803"/>
          </a:xfrm>
        </p:grpSpPr>
        <p:sp>
          <p:nvSpPr>
            <p:cNvPr id="193" name="Google Shape;193;p12">
              <a:extLst>
                <a:ext uri="{FF2B5EF4-FFF2-40B4-BE49-F238E27FC236}">
                  <a16:creationId xmlns:a16="http://schemas.microsoft.com/office/drawing/2014/main" id="{19629313-DFEA-8F6C-CA68-6E1878961914}"/>
                </a:ext>
              </a:extLst>
            </p:cNvPr>
            <p:cNvSpPr/>
            <p:nvPr/>
          </p:nvSpPr>
          <p:spPr>
            <a:xfrm>
              <a:off x="0" y="0"/>
              <a:ext cx="556311" cy="4890178"/>
            </a:xfrm>
            <a:custGeom>
              <a:avLst/>
              <a:gdLst/>
              <a:ahLst/>
              <a:cxnLst/>
              <a:rect l="l" t="t" r="r" b="b"/>
              <a:pathLst>
                <a:path w="556311" h="4890178" extrusionOk="0">
                  <a:moveTo>
                    <a:pt x="0" y="0"/>
                  </a:moveTo>
                  <a:lnTo>
                    <a:pt x="556311" y="0"/>
                  </a:lnTo>
                  <a:lnTo>
                    <a:pt x="556311" y="4890178"/>
                  </a:lnTo>
                  <a:lnTo>
                    <a:pt x="0" y="4890178"/>
                  </a:lnTo>
                  <a:close/>
                </a:path>
              </a:pathLst>
            </a:cu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194" name="Google Shape;194;p12">
              <a:extLst>
                <a:ext uri="{FF2B5EF4-FFF2-40B4-BE49-F238E27FC236}">
                  <a16:creationId xmlns:a16="http://schemas.microsoft.com/office/drawing/2014/main" id="{83FC67ED-CDB6-FD28-4F84-D8C54DE1E31C}"/>
                </a:ext>
              </a:extLst>
            </p:cNvPr>
            <p:cNvSpPr txBox="1"/>
            <p:nvPr/>
          </p:nvSpPr>
          <p:spPr>
            <a:xfrm>
              <a:off x="0" y="-47625"/>
              <a:ext cx="556200" cy="4937700"/>
            </a:xfrm>
            <a:prstGeom prst="rect">
              <a:avLst/>
            </a:pr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12">
            <a:extLst>
              <a:ext uri="{FF2B5EF4-FFF2-40B4-BE49-F238E27FC236}">
                <a16:creationId xmlns:a16="http://schemas.microsoft.com/office/drawing/2014/main" id="{20273EBA-6716-726C-4454-9FB6FCBCE388}"/>
              </a:ext>
            </a:extLst>
          </p:cNvPr>
          <p:cNvSpPr txBox="1"/>
          <p:nvPr/>
        </p:nvSpPr>
        <p:spPr>
          <a:xfrm>
            <a:off x="5715346" y="678297"/>
            <a:ext cx="62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Screenshots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>
            <a:extLst>
              <a:ext uri="{FF2B5EF4-FFF2-40B4-BE49-F238E27FC236}">
                <a16:creationId xmlns:a16="http://schemas.microsoft.com/office/drawing/2014/main" id="{CB82EC58-A727-24B6-A14D-FA2FF76C9D1E}"/>
              </a:ext>
            </a:extLst>
          </p:cNvPr>
          <p:cNvSpPr txBox="1"/>
          <p:nvPr/>
        </p:nvSpPr>
        <p:spPr>
          <a:xfrm>
            <a:off x="5935979" y="9291209"/>
            <a:ext cx="62703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</a:rPr>
              <a:t>Course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Dashboard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169AD18-886F-867F-134A-100CF8919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280" y="2545131"/>
            <a:ext cx="13909439" cy="674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5537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14"/>
          <p:cNvGrpSpPr/>
          <p:nvPr/>
        </p:nvGrpSpPr>
        <p:grpSpPr>
          <a:xfrm rot="-5400000">
            <a:off x="8094569" y="-8089924"/>
            <a:ext cx="2112257" cy="18292091"/>
            <a:chOff x="0" y="-47625"/>
            <a:chExt cx="556311" cy="4937803"/>
          </a:xfrm>
        </p:grpSpPr>
        <p:sp>
          <p:nvSpPr>
            <p:cNvPr id="233" name="Google Shape;233;p14"/>
            <p:cNvSpPr/>
            <p:nvPr/>
          </p:nvSpPr>
          <p:spPr>
            <a:xfrm>
              <a:off x="0" y="0"/>
              <a:ext cx="556311" cy="4890178"/>
            </a:xfrm>
            <a:custGeom>
              <a:avLst/>
              <a:gdLst/>
              <a:ahLst/>
              <a:cxnLst/>
              <a:rect l="l" t="t" r="r" b="b"/>
              <a:pathLst>
                <a:path w="556311" h="4890178" extrusionOk="0">
                  <a:moveTo>
                    <a:pt x="0" y="0"/>
                  </a:moveTo>
                  <a:lnTo>
                    <a:pt x="556311" y="0"/>
                  </a:lnTo>
                  <a:lnTo>
                    <a:pt x="556311" y="4890178"/>
                  </a:lnTo>
                  <a:lnTo>
                    <a:pt x="0" y="4890178"/>
                  </a:lnTo>
                  <a:close/>
                </a:path>
              </a:pathLst>
            </a:cu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234" name="Google Shape;234;p14"/>
            <p:cNvSpPr txBox="1"/>
            <p:nvPr/>
          </p:nvSpPr>
          <p:spPr>
            <a:xfrm>
              <a:off x="0" y="-47625"/>
              <a:ext cx="556311" cy="4937803"/>
            </a:xfrm>
            <a:prstGeom prst="rect">
              <a:avLst/>
            </a:pr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14"/>
          <p:cNvSpPr txBox="1"/>
          <p:nvPr/>
        </p:nvSpPr>
        <p:spPr>
          <a:xfrm>
            <a:off x="6604794" y="713640"/>
            <a:ext cx="5357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Demonstration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 txBox="1"/>
          <p:nvPr/>
        </p:nvSpPr>
        <p:spPr>
          <a:xfrm>
            <a:off x="3381894" y="2350272"/>
            <a:ext cx="589505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sng" strike="noStrike" cap="none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==== DEMO VIDEO ====</a:t>
            </a:r>
            <a:endParaRPr sz="3200" b="0" i="0" u="none" strike="noStrike" cap="none" dirty="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957BDB-7DC7-52AC-D35D-881772DAB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894" y="3336529"/>
            <a:ext cx="11803500" cy="6309193"/>
          </a:xfrm>
          <a:prstGeom prst="rect">
            <a:avLst/>
          </a:prstGeom>
        </p:spPr>
      </p:pic>
      <p:sp>
        <p:nvSpPr>
          <p:cNvPr id="4" name="Google Shape;236;p14">
            <a:extLst>
              <a:ext uri="{FF2B5EF4-FFF2-40B4-BE49-F238E27FC236}">
                <a16:creationId xmlns:a16="http://schemas.microsoft.com/office/drawing/2014/main" id="{74CFACBF-5962-D49C-6FF0-28361A54A33C}"/>
              </a:ext>
            </a:extLst>
          </p:cNvPr>
          <p:cNvSpPr txBox="1"/>
          <p:nvPr/>
        </p:nvSpPr>
        <p:spPr>
          <a:xfrm>
            <a:off x="9290344" y="2341404"/>
            <a:ext cx="589505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sng" strike="noStrike" cap="none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==== </a:t>
            </a:r>
            <a:r>
              <a:rPr lang="en-US" sz="3200" u="sng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Link</a:t>
            </a:r>
            <a:r>
              <a:rPr lang="en-US" sz="3200" b="0" i="0" u="sng" strike="noStrike" cap="none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====</a:t>
            </a:r>
            <a:endParaRPr sz="3200" b="0" i="0" u="none" strike="noStrike" cap="none" dirty="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15"/>
          <p:cNvGrpSpPr/>
          <p:nvPr/>
        </p:nvGrpSpPr>
        <p:grpSpPr>
          <a:xfrm rot="-5400000">
            <a:off x="8102962" y="-8098318"/>
            <a:ext cx="2112257" cy="18308880"/>
            <a:chOff x="0" y="-47625"/>
            <a:chExt cx="556311" cy="4937803"/>
          </a:xfrm>
        </p:grpSpPr>
        <p:sp>
          <p:nvSpPr>
            <p:cNvPr id="243" name="Google Shape;243;p15"/>
            <p:cNvSpPr/>
            <p:nvPr/>
          </p:nvSpPr>
          <p:spPr>
            <a:xfrm>
              <a:off x="0" y="0"/>
              <a:ext cx="556311" cy="4890178"/>
            </a:xfrm>
            <a:custGeom>
              <a:avLst/>
              <a:gdLst/>
              <a:ahLst/>
              <a:cxnLst/>
              <a:rect l="l" t="t" r="r" b="b"/>
              <a:pathLst>
                <a:path w="556311" h="4890178" extrusionOk="0">
                  <a:moveTo>
                    <a:pt x="0" y="0"/>
                  </a:moveTo>
                  <a:lnTo>
                    <a:pt x="556311" y="0"/>
                  </a:lnTo>
                  <a:lnTo>
                    <a:pt x="556311" y="4890178"/>
                  </a:lnTo>
                  <a:lnTo>
                    <a:pt x="0" y="4890178"/>
                  </a:lnTo>
                  <a:close/>
                </a:path>
              </a:pathLst>
            </a:cu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244" name="Google Shape;244;p15"/>
            <p:cNvSpPr txBox="1"/>
            <p:nvPr/>
          </p:nvSpPr>
          <p:spPr>
            <a:xfrm>
              <a:off x="0" y="-47625"/>
              <a:ext cx="556311" cy="4937803"/>
            </a:xfrm>
            <a:prstGeom prst="rect">
              <a:avLst/>
            </a:prstGeom>
            <a:gradFill>
              <a:gsLst>
                <a:gs pos="0">
                  <a:srgbClr val="51AB2A"/>
                </a:gs>
                <a:gs pos="100000">
                  <a:srgbClr val="203E1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15"/>
          <p:cNvSpPr txBox="1"/>
          <p:nvPr/>
        </p:nvSpPr>
        <p:spPr>
          <a:xfrm>
            <a:off x="5512042" y="706872"/>
            <a:ext cx="6754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Details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5"/>
          <p:cNvSpPr txBox="1"/>
          <p:nvPr/>
        </p:nvSpPr>
        <p:spPr>
          <a:xfrm>
            <a:off x="927625" y="2759050"/>
            <a:ext cx="143787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AutoNum type="arabicPeriod"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FATHIMA ZULAIKHA 	-  31F436356AD5E2CA1074371BA272A91E</a:t>
            </a: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AutoNum type="arabicPeriod"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DIANA JOSE			-  C9BBA07641040C58B6245909008EC8B5</a:t>
            </a:r>
            <a:endParaRPr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AutoNum type="arabicPeriod"/>
            </a:pPr>
            <a:r>
              <a:rPr lang="en-US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TONY INFANT P		</a:t>
            </a:r>
            <a:r>
              <a:rPr lang="en-US" sz="3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 23E186BA2BF38E3AFD6479BE58BA63C9</a:t>
            </a: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AutoNum type="arabicPeriod"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MOHANASELVAN M K	-  FFCF10F3C9E4BE8B80E4D09D5BFD1B94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 txBox="1"/>
          <p:nvPr/>
        </p:nvSpPr>
        <p:spPr>
          <a:xfrm>
            <a:off x="1089400" y="2324575"/>
            <a:ext cx="143787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41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907500" y="4082675"/>
            <a:ext cx="16473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8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!</a:t>
            </a:r>
            <a:endParaRPr sz="8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3" name="Google Shape;253;p16"/>
          <p:cNvCxnSpPr/>
          <p:nvPr/>
        </p:nvCxnSpPr>
        <p:spPr>
          <a:xfrm flipH="1">
            <a:off x="695125" y="837700"/>
            <a:ext cx="45900" cy="888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4" name="Google Shape;254;p16"/>
          <p:cNvCxnSpPr/>
          <p:nvPr/>
        </p:nvCxnSpPr>
        <p:spPr>
          <a:xfrm flipH="1">
            <a:off x="17459125" y="837700"/>
            <a:ext cx="45900" cy="888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5" name="Google Shape;255;p16"/>
          <p:cNvCxnSpPr/>
          <p:nvPr/>
        </p:nvCxnSpPr>
        <p:spPr>
          <a:xfrm rot="10800000">
            <a:off x="741125" y="837825"/>
            <a:ext cx="16799700" cy="45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6" name="Google Shape;256;p16"/>
          <p:cNvCxnSpPr/>
          <p:nvPr/>
        </p:nvCxnSpPr>
        <p:spPr>
          <a:xfrm rot="10800000">
            <a:off x="664925" y="9677025"/>
            <a:ext cx="16799700" cy="45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518</Words>
  <Application>Microsoft Office PowerPoint</Application>
  <PresentationFormat>Custom</PresentationFormat>
  <Paragraphs>81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Open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Fathima Zulaikha</dc:creator>
  <cp:lastModifiedBy>Fathima Zulaikha</cp:lastModifiedBy>
  <cp:revision>5</cp:revision>
  <dcterms:modified xsi:type="dcterms:W3CDTF">2025-01-08T02:54:50Z</dcterms:modified>
</cp:coreProperties>
</file>